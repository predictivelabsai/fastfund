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800">
                <a:solidFill>
                  <a:srgbClr val="102A43"/>
                </a:solidFill>
                <a:latin typeface="Aptos Display"/>
              </a:defRPr>
            </a:pPr>
            <a:r>
              <a:t>FastFund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34495E"/>
                </a:solidFill>
                <a:latin typeface="Aptos"/>
              </a:defRPr>
            </a:pPr>
            <a:r>
              <a:t>• Family-office outreach and multijurisdiction tax filing intelligence</a:t>
            </a:r>
          </a:p>
          <a:p>
            <a:pPr>
              <a:spcAft>
                <a:spcPts val="1200"/>
              </a:spcAft>
              <a:defRPr sz="2400">
                <a:solidFill>
                  <a:srgbClr val="34495E"/>
                </a:solidFill>
                <a:latin typeface="Aptos"/>
              </a:defRPr>
            </a:pPr>
            <a:r>
              <a:t>• One open-source product, one relationship-to-filing data model</a:t>
            </a:r>
          </a:p>
          <a:p>
            <a:pPr>
              <a:spcAft>
                <a:spcPts val="1200"/>
              </a:spcAft>
              <a:defRPr sz="2400">
                <a:solidFill>
                  <a:srgbClr val="34495E"/>
                </a:solidFill>
                <a:latin typeface="Aptos"/>
              </a:defRPr>
            </a:pPr>
            <a:r>
              <a:t>• User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One connected operating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Onboard a family office and capture principals, portfolio context and service needs.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Develop explainable outreach opportunities, proposals and relationship actions.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Link every fund, trust, company, SPV and holding vehicle to its owning family.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Determine jurisdiction-specific obligations, deadlines and filing readiness.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Prepare, review, file and verify while monitoring changes in source law.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FastFund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A shared assistant routes questions to tax-law, form, change and data specialists.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The rationalised sidebar groups work into Family Office, Tax &amp; Compliance, and Knowledge &amp; Insights.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Answers remain grounded in official source material and linked operational data.</a:t>
            </a:r>
          </a:p>
        </p:txBody>
      </p:sp>
      <p:pic>
        <p:nvPicPr>
          <p:cNvPr id="5" name="Picture 4" descr="fastfund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Family-office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Ask about a family's governance, service gaps, portfolio or next best action.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Rules and the cross-sell graph produce traceable recommendations.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The profile and live recommendations stay visible beside the conversation.</a:t>
            </a:r>
          </a:p>
        </p:txBody>
      </p:sp>
      <p:pic>
        <p:nvPicPr>
          <p:cNvPr id="5" name="Picture 4" descr="fastfund-family-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Families and outreach 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Manage leads, onboarding relationships and established family-office clients.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Review AUM, domicile, generations, family size and services already held.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Open any family directly in the advisor or its complete relationship profile.</a:t>
            </a:r>
          </a:p>
        </p:txBody>
      </p:sp>
      <p:pic>
        <p:nvPicPr>
          <p:cNvPr id="5" name="Picture 4" descr="fastfund-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Family profile and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Portfolio allocation, holdings, transactions, members and relationship history in one view.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Outreach recommendations and scheduled actions share the same family context.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Linked legal entities connect relationship work directly to tax filings.</a:t>
            </a:r>
          </a:p>
        </p:txBody>
      </p:sp>
      <p:pic>
        <p:nvPicPr>
          <p:cNvPr id="5" name="Picture 4" descr="fastfund-family-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Outreach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Move recommendations through suggested, presented, accepted and booked stages.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Filter cross-sell and upsell opportunities by service category.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Generate proposals and schedule consultations or follow-ups.</a:t>
            </a:r>
          </a:p>
        </p:txBody>
      </p:sp>
      <p:pic>
        <p:nvPicPr>
          <p:cNvPr id="5" name="Picture 4" descr="fastfund-outreach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Legal entities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Funds, trusts, companies, GPs, SPVs and holding vehicles share one portfolio.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Each entity can be linked to its owning family office.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Jurisdictions, activities and financial year-end drive deterministic filing obligations.</a:t>
            </a:r>
          </a:p>
        </p:txBody>
      </p:sp>
      <p:pic>
        <p:nvPicPr>
          <p:cNvPr id="5" name="Picture 4" descr="fastfund-ent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Filing obligations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Track every filing from determination through preparation, filing and confirmation.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Statuses and expert verification survive repeat determination runs.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Filter by jurisdiction, category, urgency, entity and completion state.</a:t>
            </a:r>
          </a:p>
        </p:txBody>
      </p:sp>
      <p:pic>
        <p:nvPicPr>
          <p:cNvPr id="5" name="Picture 4" descr="fastfund-oblig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Multijurisdiction filing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Resolve form rules into real deadlines using the entity's financial year-end.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Urgency indicators surface overdue, due-soon and upcoming work.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Calendar and register views provide operational and portfolio-level perspectives.</a:t>
            </a:r>
          </a:p>
        </p:txBody>
      </p:sp>
      <p:pic>
        <p:nvPicPr>
          <p:cNvPr id="5" name="Picture 4" descr="fastfund-filing-calen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Tax and compliance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457200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See entities, open obligations, filed work and verification coverage at a glance.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Move from portfolio metrics directly to the records behind them.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Use audit, team and assistant analytics for controlled operations.</a:t>
            </a:r>
          </a:p>
        </p:txBody>
      </p:sp>
      <p:pic>
        <p:nvPicPr>
          <p:cNvPr id="5" name="Picture 4" descr="fastfund-tax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024128"/>
            <a:ext cx="6400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Knowledge, provenance and regulatory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Official forms, legislation, guidance, gazettes and treaties are captured by jurisdiction.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Immutable versions and change records preserve the regulatory audit trail.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Citations and provenance edges connect answers and forms back to source law.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SQLite supports zero-infrastructure use; Neo4j adds native graph traversal.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02A43"/>
                </a:solidFill>
                <a:latin typeface="Aptos Display"/>
              </a:defRPr>
            </a:pPr>
            <a:r>
              <a:t>Human-controlled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1088136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FastFund assists with research, determination, preparation and outreach.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Users review recommendations, validate form readiness and confirm filing status.</a:t>
            </a:r>
          </a:p>
          <a:p>
            <a:pPr>
              <a:spcAft>
                <a:spcPts val="1200"/>
              </a:spcAft>
              <a:defRPr sz="1800">
                <a:solidFill>
                  <a:srgbClr val="34495E"/>
                </a:solidFill>
                <a:latin typeface="Aptos"/>
              </a:defRPr>
            </a:pPr>
            <a:r>
              <a:t>• Synthetic demo data is used for family-office examples; official tax sources retain provenance.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B7C8F"/>
                </a:solidFill>
              </a:defRPr>
            </a:pPr>
            <a:r>
              <a:t>FastFund · User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