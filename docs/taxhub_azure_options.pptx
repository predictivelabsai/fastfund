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550055"/>
                </a:solidFill>
              </a:rPr>
              <a:t>TaxHub on Azure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48484F"/>
                </a:solidFill>
              </a:rPr>
              <a:t>Production deployment options — two reference architectures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6B1766"/>
                </a:solidFill>
              </a:rPr>
              <a:t>Open-source &amp; portable  ·  vs  ·  Microsoft-managed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7A7A85"/>
                </a:solidFill>
              </a:rPr>
              <a:t>Prepared for JTC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The baseline app (both options share this)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48484F"/>
                </a:solidFill>
              </a:rPr>
              <a:t>Both architectures run the same TaxHub application — only the managed services underneath differ.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FastHTML 3-pane agentic app, containerised (Docker) — runs unchanged.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LangGraph orchestrator routing to specialist agents (form-finder, tax-law, entity, AEOI/W-8).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LLM access through an OpenAI-compatible layer — the provider is a config switch, not a code change.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Pluggable storage interface (graph or relational) + Blob for form PDFs.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Per-team isolation, RBAC, invites, chat logging, 👍/👎 feedback and LLM-judge evals already built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1 — Open-source &amp; portable</a:t>
            </a:r>
            <a:r>
              <a:rPr sz="1300" b="1">
                <a:solidFill>
                  <a:srgbClr val="BA2A84"/>
                </a:solidFill>
              </a:rPr>
              <a:t>   RECOMMENDED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48484F"/>
                </a:solidFill>
              </a:rPr>
              <a:t>Managed Azure PaaS for the plumbing, open-source for the brain — no lock-in, fully pluggable LLMs with Anthropic Claude as default.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Container Apps  —  </a:t>
            </a:r>
            <a:r>
              <a:rPr sz="1400">
                <a:solidFill>
                  <a:srgbClr val="48484F"/>
                </a:solidFill>
              </a:rPr>
              <a:t>Runs the FastHTML app (same Docker image)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Blob Storage  —  </a:t>
            </a:r>
            <a:r>
              <a:rPr sz="1400">
                <a:solidFill>
                  <a:srgbClr val="48484F"/>
                </a:solidFill>
              </a:rPr>
              <a:t>Form PDFs &amp; scraped source documents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Database for PostgreSQL  —  </a:t>
            </a:r>
            <a:r>
              <a:rPr sz="1400">
                <a:solidFill>
                  <a:srgbClr val="48484F"/>
                </a:solidFill>
              </a:rPr>
              <a:t>Entities, obligations, chat logs, feedback &amp; evals · pgvector for embeddings · optional Apache AGE for the citation graph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AI Foundry (model catalog)  —  </a:t>
            </a:r>
            <a:r>
              <a:rPr sz="1400">
                <a:solidFill>
                  <a:srgbClr val="48484F"/>
                </a:solidFill>
              </a:rPr>
              <a:t>Pluggable LLMs — Anthropic Claude default (Opus 4.8 reasoning / Sonnet 4.6 cost); swap to OpenAI, Llama, Mistral with no code change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LangGraph  —  </a:t>
            </a:r>
            <a:r>
              <a:rPr sz="1400">
                <a:solidFill>
                  <a:srgbClr val="48484F"/>
                </a:solidFill>
              </a:rPr>
              <a:t>Agent orchestrator — already in the codebase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Langfuse  —  </a:t>
            </a:r>
            <a:r>
              <a:rPr sz="1400">
                <a:solidFill>
                  <a:srgbClr val="48484F"/>
                </a:solidFill>
              </a:rPr>
              <a:t>Open-source LLM observability: traces, evals, cost, user feedback (self-host or Langfuse Cloud)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Key Vault + Entra ID  —  </a:t>
            </a:r>
            <a:r>
              <a:rPr sz="1400">
                <a:solidFill>
                  <a:srgbClr val="48484F"/>
                </a:solidFill>
              </a:rPr>
              <a:t>Secrets &amp; single sign-on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1 — how it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User → Container Apps (FastHTML) over HTTPS with Entra SSO.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LangGraph routes each request to specialist agents; every step is traced to Langfuse.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LLM calls hit Azure AI Foundry via the OpenAI-compatible endpoint — Anthropic Claude by default, swappable per-agent.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Retrieval runs over PostgreSQL (pgvector hybrid) + PDFs in Blob.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👍/👎 feedback and LLM-judge scores flow to Langfuse and the in-app analytics for a full quality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1 — pros &amp;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C7C44"/>
                </a:solidFill>
              </a:rPr>
              <a:t>Pros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No lock-in — portable across Azure, other clouds, or on-prem.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Truly pluggable LLMs: Anthropic default, swap freely; no single-vendor model risk.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Reuses the existing codebase (LangGraph, pluggable storage) — minimal rework.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Open-source observability you own (Langfuse) — full trace/eval/cost data.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Transparent usage-based cost; scale each component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8016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B0353A"/>
                </a:solidFill>
              </a:rPr>
              <a:t>Cons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More moving parts to operate (Container Apps, Postgres, Langfuse).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You own upgrades, scaling &amp; backups — eased by managed PaaS.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Graph queries need pgvector/Apache AGE, or a managed Neo4j AuraDB add-on.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Langfuse is another service to run (or pay for Langfuse Cloud).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2 — Microsoft-managed</a:t>
            </a:r>
            <a:r>
              <a:rPr sz="1300" b="1">
                <a:solidFill>
                  <a:srgbClr val="BA2A84"/>
                </a:solidFill>
              </a:rPr>
              <a:t>   MANAGED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48484F"/>
                </a:solidFill>
              </a:rPr>
              <a:t>Foundry Agent Service + Microsoft Fabric — least ops, deepest Microsoft integration, at the cost of portability.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AI Foundry Agent Service  —  </a:t>
            </a:r>
            <a:r>
              <a:rPr sz="1400">
                <a:solidFill>
                  <a:srgbClr val="48484F"/>
                </a:solidFill>
              </a:rPr>
              <a:t>Managed agents, built-in tool-calling, threads &amp; multi-agent orchestration (replaces custom LangGraph)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AI Search  —  </a:t>
            </a:r>
            <a:r>
              <a:rPr sz="1400">
                <a:solidFill>
                  <a:srgbClr val="48484F"/>
                </a:solidFill>
              </a:rPr>
              <a:t>Managed vector + hybrid RAG over the corpus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Microsoft Fabric (OneLake)  —  </a:t>
            </a:r>
            <a:r>
              <a:rPr sz="1400">
                <a:solidFill>
                  <a:srgbClr val="48484F"/>
                </a:solidFill>
              </a:rPr>
              <a:t>Unified data lake for tax docs · Lakehouse / Warehouse · Data Factory ingestion pipelines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Power BI  —  </a:t>
            </a:r>
            <a:r>
              <a:rPr sz="1400">
                <a:solidFill>
                  <a:srgbClr val="48484F"/>
                </a:solidFill>
              </a:rPr>
              <a:t>Firmwide compliance &amp; filing dashboards on Fabric data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OpenAI (GPT)  —  </a:t>
            </a:r>
            <a:r>
              <a:rPr sz="1400">
                <a:solidFill>
                  <a:srgbClr val="48484F"/>
                </a:solidFill>
              </a:rPr>
              <a:t>Default models; Anthropic Claude also available in the Foundry catalog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Monitor + Foundry evaluations  —  </a:t>
            </a:r>
            <a:r>
              <a:rPr sz="1400">
                <a:solidFill>
                  <a:srgbClr val="48484F"/>
                </a:solidFill>
              </a:rPr>
              <a:t>Built-in tracing &amp; evaluation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Microsoft Purview  —  </a:t>
            </a:r>
            <a:r>
              <a:rPr sz="1400">
                <a:solidFill>
                  <a:srgbClr val="48484F"/>
                </a:solidFill>
              </a:rPr>
              <a:t>Governance, data lineage &amp; DLP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2 — pros &amp;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C7C44"/>
                </a:solidFill>
              </a:rPr>
              <a:t>Pros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Fully managed — least ops; Microsoft runs the agents, RAG and scaling.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Deep Microsoft integration: Entra, Purview governance, Fabric, Power BI.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Enterprise SLA &amp; support — strong fit for a Microsoft-shop like JTC.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Built-in agent orchestration, managed RAG and evaluations out of the box.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Fabric unifies data + BI for firmwide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8016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B0353A"/>
                </a:solidFill>
              </a:rPr>
              <a:t>Cons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Vendor lock-in — Azure/Foundry/Fabric-specific; low portability.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Rework: migrate off LangGraph/Neo4j to Foundry Agents + Fabric.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Model choice steered to OpenAI; less control over orchestration internals.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Fabric capacity (F-SKUs) + Search + Foundry can be costly &amp; hard to predict.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Managed-agent surface is newer and still maturing.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663440"/>
                <a:gridCol w="4297680"/>
              </a:tblGrid>
              <a:tr h="44888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550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Option 1 · Open-source</a:t>
                      </a:r>
                    </a:p>
                  </a:txBody>
                  <a:tcPr>
                    <a:solidFill>
                      <a:srgbClr val="550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Option 2 · MS-managed</a:t>
                      </a:r>
                    </a:p>
                  </a:txBody>
                  <a:tcPr>
                    <a:solidFill>
                      <a:srgbClr val="550055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Compute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Container Apps (Docker)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Foundry Agent Service (managed)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LangGraph (code)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Foundry Agents (managed)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LLMs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Foundry catalog — Anthropic default, fully swappable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Azure OpenAI default; Claude via catalog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PostgreSQL (+pgvector/AGE) + Blob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Fabric OneLake + AI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Observability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Langfuse (open-source)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Azure Monitor + Foundry evals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Analytics /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In-app + Langfuse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Power BI on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Lock-in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Low — portable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High — Azure-native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Ops burden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Rework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Minimal (reuses code)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Significant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Portability, model choice, cost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MS-shop, managed ops, firmwide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TaxHub · Azure Deployment Options · JTC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Default to Option 1 (open-source &amp; portable): keeps Anthropic Claude as the primary model with freedom to swap, reuses the current LangGraph app, and avoids lock-in. Langfuse adds production-grade observability on top of the in-app analytics.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Choose Option 2 when JTC wants a fully-managed, Microsoft-native stack with Fabric / Power BI for firmwide reporting and accepts Azure lock-in plus the migration effort.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Hybrid path: start on Option 1 (fast, low-risk, portable), then adopt Fabric / Power BI for analytics later if firmwide BI becomes a priority — the pluggable storage and OpenAI-compatible LLM layer make that incremental, not a rebuild.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