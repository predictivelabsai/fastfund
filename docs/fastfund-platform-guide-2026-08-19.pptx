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FastFund</a:t>
            </a:r>
            <a:br/>
            <a:r>
              <a:t>Platform Guide</a:t>
            </a:r>
          </a:p>
          <a:p>
            <a:pPr>
              <a:defRPr sz="1800">
                <a:solidFill>
                  <a:srgbClr val="F97316"/>
                </a:solidFill>
              </a:defRPr>
            </a:pPr>
            <a:r>
              <a:t>2026-08-19  •  https://fund.fastsme.com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Open-source family-office relationship management and multijurisdiction tax filing intelligence in one application.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One relationship and intelligence layer for the family office.</a:t>
            </a:r>
          </a:p>
        </p:txBody>
      </p:sp>
      <p:pic>
        <p:nvPicPr>
          <p:cNvPr id="3" name="Picture 2" descr="01-one-relationship-and-intelligence-layer-for-the-.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FAMILY OFFICE INTELLIGENCE One relationship and intelligence layer for the family office. Connect entities, obligations, documents, service coverage, recommendations, and multijurisdiction tax workflows. Sign In or Register Explore the open-source suite → Prod</a:t>
            </a:r>
          </a:p>
          <a:p>
            <a:pPr>
              <a:defRPr sz="900">
                <a:solidFill>
                  <a:srgbClr val="F97316"/>
                </a:solidFill>
              </a:defRPr>
            </a:pPr>
            <a:r>
              <a:t>https://fund.fastsme.com/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FastFund API.</a:t>
            </a:r>
          </a:p>
        </p:txBody>
      </p:sp>
      <p:pic>
        <p:nvPicPr>
          <p:cNvPr id="3" name="Picture 2" descr="02-build-with-the-fastfund-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FastFund Developers Back to product DEVELOPER PLATFORM · API V1 Build with the FastFund API. Read the live demo database through a typed, versioned API. Selected integration writes are implemented behind bearer-token authentication. Open Swagger UI Open ReDoc</a:t>
            </a:r>
          </a:p>
          <a:p>
            <a:pPr>
              <a:defRPr sz="900">
                <a:solidFill>
                  <a:srgbClr val="F97316"/>
                </a:solidFill>
              </a:defRPr>
            </a:pPr>
            <a:r>
              <a:t>https://fund.fastsme.com/developers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-650794498%3A1787122743998414&amp;client_id=887059023987-2a7spj1m82eivobdbt1itb3cqca6tpt1.apps.googleusercontent.com&amp;nonce=fh0w0XpT1yr8uysLGYMt&amp;o2v=2&amp;redirect_uri=https%3A%2F%2Ffund.fastsme.com%2Fauth%2Fcallback&amp;response_type=code&amp;scope=openid+email+profile&amp;service=lso&amp;state=MrgL6u4QVtbES5YfERdC29qUwASgRa&amp;flowName=GeneralOAuthLite&amp;continue=https%3A%2F%2Faccounts.google.com%2Fsignin%2Foauth%2Flegacy%2Fconsent%3Fauthuser%3Dunknown%26part%3DAJi8hAMyvqZ-jgcAFAue3CMoJfLfbpSYHn6wU2XXdFpCIU8hfOQj3W1Aqc-B3J3pz3bTcIkq_RFXZeYhhonUaUlEMR3zq6687R0y6RpiOiT8FrC4G7FJCMfCtbNWDGs6cLk3RDBKBPtRpMm8BwyRjMFSKyL4W8rLDb1dnoKLVEM2bHx9axSlclOWK0y1wGmMKy75q5ixJkhOHTnB5YCgrN-whGpkcZ_XZ8cVHKIf4KKVqXBIR0o8f-xheA902m4ottdtGc-g16XsAYUVHXCxwPYn3ohO8pndn4Jb994KS0Lac6KsKXOjLa_mEmSbB8wgTN5nxKxdfhT_XkgG2ORjMu9s6yOaB8lFxzn8aJbREtt7mTp3Dx9-bpy59sJa--oY72YZTF7Pg3dFjEDngnB4yGSQ2T-Wjf4ddGk_2166vWXlopPbIFddrgVU8ehHSt-N7TNLcZwe3qpDys9aha6u_hwtOvQ3xmYk-A%26flowName%3DGeneralOAuthFlow%26as%3DS-650794498%253A1787122743998414%26client_id%3D887059023987-2a7spj1m82eivobdbt1itb3cqca6tpt1.apps.googleusercontent.com%23&amp;app_domain=https%3A%2F%2Ffund.fastsme.com&amp;rart=ANgoxcdXOf7AHoEQOMOnlnghhS4mYgTj4zkOgKFAZH-yPl216QIrriLUwtxMSyj0mmsej56osridIg0O2hN-OhYi5G85cxsi4lMOAMv-17wQn7D8o8NZDY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