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550055"/>
                </a:solidFill>
              </a:rPr>
              <a:t>JTC Group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BA2A84"/>
                </a:solidFill>
              </a:rPr>
              <a:t>Target AI Architecture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48484F"/>
                </a:solidFill>
              </a:rPr>
              <a:t>Skill-driven AI platform — two reference deployment architectures on Azure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6B1766"/>
                </a:solidFill>
              </a:rPr>
              <a:t>Open-source &amp; portable  ·  vs  ·  Microsoft-managed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7A7A85"/>
                </a:solidFill>
              </a:rPr>
              <a:t>Reference architecture · v2.0 · Draft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The baseline platform (both options share this)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Both architectures run the same skill-driven AI platform — only the managed services underneath differ.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Skill-driven: domain skill packs (single family office lead, tax, project management) loaded on demand — new domains ship as skills, not apps.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Tools &amp; data reached through MCP servers — one open, model-agnostic interface, reusable across every skill.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LangGraph orchestrator routes each request to the right skill + agents.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LLM via an OpenAI-compatible layer — the provider is a config switch, not a code change (Anthropic Claude default).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Containerised app (Docker) with per-team isolation, RBAC, invites, chat logging, 👍/👎 feedback and LLM-judge evals built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Skill library — modular domain skill packs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The platform is skill-driven: each capability is a versioned skill pack (instructions + tools + MCP bindings) the orchestrator loads on demand. New domains ship as new skill packs — not new applications.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Single family office lead skills  —  </a:t>
            </a:r>
            <a:r>
              <a:rPr sz="1400">
                <a:solidFill>
                  <a:srgbClr val="48484F"/>
                </a:solidFill>
              </a:rPr>
              <a:t>Lead sourcing &amp; qualification, relationship intelligence, prospect research, suitability &amp; mandate drafting, onboarding / KYC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Tax skills  —  </a:t>
            </a:r>
            <a:r>
              <a:rPr sz="1400">
                <a:solidFill>
                  <a:srgbClr val="48484F"/>
                </a:solidFill>
              </a:rPr>
              <a:t>Form finding, obligation determination, FATCA/CRS readiness, W-8 preparation, regulatory-change monitoring with citations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Project management skills  —  </a:t>
            </a:r>
            <a:r>
              <a:rPr sz="1400">
                <a:solidFill>
                  <a:srgbClr val="48484F"/>
                </a:solidFill>
              </a:rPr>
              <a:t>Workstream &amp; task planning, deadline / milestone tracking, status &amp; RAID reporting, resourcing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Skill anatomy  —  </a:t>
            </a:r>
            <a:r>
              <a:rPr sz="1400">
                <a:solidFill>
                  <a:srgbClr val="48484F"/>
                </a:solidFill>
              </a:rPr>
              <a:t>Each pack = a SKILL.md (instructions) + tools + MCP bindings — hot-swappable, versioned and permission-scoped per team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MCP servers — standard tool &amp; data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Agents reach tools and data through Model Context Protocol (MCP) servers — a standard, pluggable interface any MCP-capable model (Anthropic Claude natively) can call. Skills bind to the servers they need.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Portfolio / entity MCP  —  </a:t>
            </a:r>
            <a:r>
              <a:rPr sz="1400">
                <a:solidFill>
                  <a:srgbClr val="48484F"/>
                </a:solidFill>
              </a:rPr>
              <a:t>Entities, obligations, filings, AEOI readiness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Document &amp; RAG MCP  —  </a:t>
            </a:r>
            <a:r>
              <a:rPr sz="1400">
                <a:solidFill>
                  <a:srgbClr val="48484F"/>
                </a:solidFill>
              </a:rPr>
              <a:t>Tax-law corpus, retrieval, citations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CRM / relationship MCP  —  </a:t>
            </a:r>
            <a:r>
              <a:rPr sz="1400">
                <a:solidFill>
                  <a:srgbClr val="48484F"/>
                </a:solidFill>
              </a:rPr>
              <a:t>Contacts, mandates, pipeline — for the family-office lead skills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Filings &amp; authority MCP  —  </a:t>
            </a:r>
            <a:r>
              <a:rPr sz="1400">
                <a:solidFill>
                  <a:srgbClr val="48484F"/>
                </a:solidFill>
              </a:rPr>
              <a:t>Form catalogues, e-file portals, deadlines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Office MCP  —  </a:t>
            </a:r>
            <a:r>
              <a:rPr sz="1400">
                <a:solidFill>
                  <a:srgbClr val="48484F"/>
                </a:solidFill>
              </a:rPr>
              <a:t>Email, calendar &amp; documents (Microsoft 365 / Google)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Market &amp; reference MCP  —  </a:t>
            </a:r>
            <a:r>
              <a:rPr sz="1400">
                <a:solidFill>
                  <a:srgbClr val="48484F"/>
                </a:solidFill>
              </a:rPr>
              <a:t>External market and reference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Open-source &amp; portable</a:t>
            </a:r>
            <a:r>
              <a:rPr sz="1300" b="1">
                <a:solidFill>
                  <a:srgbClr val="BA2A84"/>
                </a:solidFill>
              </a:rPr>
              <a:t>   RECOMMENDED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Managed Azure PaaS for the plumbing, open-source for the brain — no lock-in, fully pluggable LLMs with Anthropic Claude as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Container Apps  —  </a:t>
            </a:r>
            <a:r>
              <a:rPr sz="1400">
                <a:solidFill>
                  <a:srgbClr val="48484F"/>
                </a:solidFill>
              </a:rPr>
              <a:t>Runs the FastHTML app (same Docker image)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Blob Storage  —  </a:t>
            </a:r>
            <a:r>
              <a:rPr sz="1400">
                <a:solidFill>
                  <a:srgbClr val="48484F"/>
                </a:solidFill>
              </a:rPr>
              <a:t>Form PDFs &amp; scraped source documents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Database for PostgreSQL  —  </a:t>
            </a:r>
            <a:r>
              <a:rPr sz="1400">
                <a:solidFill>
                  <a:srgbClr val="48484F"/>
                </a:solidFill>
              </a:rPr>
              <a:t>Entities, obligations, chat logs, feedback &amp; evals · pgvector for embeddings · optional Apache AGE for the citation graph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Foundry (model catalog)  —  </a:t>
            </a:r>
            <a:r>
              <a:rPr sz="1400">
                <a:solidFill>
                  <a:srgbClr val="48484F"/>
                </a:solidFill>
              </a:rPr>
              <a:t>Pluggable LLMs — Anthropic Claude default (Opus 4.8 reasoning / Sonnet 4.6 cost); swap to OpenAI, Llama, Mistral with no code change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LangGraph + skill packs  —  </a:t>
            </a:r>
            <a:r>
              <a:rPr sz="1400">
                <a:solidFill>
                  <a:srgbClr val="48484F"/>
                </a:solidFill>
              </a:rPr>
              <a:t>Agent orchestrator loads the SFO-lead / tax / project-management skill packs on demand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MCP servers (containers)  —  </a:t>
            </a:r>
            <a:r>
              <a:rPr sz="1400">
                <a:solidFill>
                  <a:srgbClr val="48484F"/>
                </a:solidFill>
              </a:rPr>
              <a:t>Standard tool &amp; data access — portfolio, docs, CRM, filings, office; reusable across every skill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Langfuse  —  </a:t>
            </a:r>
            <a:r>
              <a:rPr sz="1400">
                <a:solidFill>
                  <a:srgbClr val="48484F"/>
                </a:solidFill>
              </a:rPr>
              <a:t>Open-source LLM observability: traces, evals, cost, user feedback (self-host or Langfuse Cloud)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Key Vault + Entra ID  —  </a:t>
            </a:r>
            <a:r>
              <a:rPr sz="1400">
                <a:solidFill>
                  <a:srgbClr val="48484F"/>
                </a:solidFill>
              </a:rPr>
              <a:t>Secrets &amp; single sign-on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how it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User → Container Apps (FastHTML) over HTTPS with Entra SSO.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LangGraph routes each request to specialist agents; every step is traced to Langfuse.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LLM calls hit Azure AI Foundry via the OpenAI-compatible endpoint — Anthropic Claude by default, swappable per-agent.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Retrieval runs over PostgreSQL (pgvector hybrid) + PDFs in Blob.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👍/👎 feedback and LLM-judge scores flow to Langfuse and the in-app analytics for a full quality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pros &amp; 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C7C44"/>
                </a:solidFill>
              </a:rPr>
              <a:t>Pros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No lock-in — portable across Azure, other clouds, or on-prem.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Truly pluggable LLMs: Anthropic default, swap freely; no single-vendor model risk.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Reuses the existing codebase (LangGraph, pluggable storage) — minimal rework.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Open-source observability you own (Langfuse) — full trace/eval/cost data.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Transparent usage-based cost; scale each component independently.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B0353A"/>
                </a:solidFill>
              </a:rPr>
              <a:t>Cons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More moving parts to operate (Container Apps, Postgres, Langfuse).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You own upgrades, scaling &amp; backups — eased by managed PaaS.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Graph queries need pgvector/Apache AGE, or a managed Neo4j AuraDB add-on.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Langfuse is another service to run (or pay for Langfuse Cloud).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2 — Microsoft-managed</a:t>
            </a:r>
            <a:r>
              <a:rPr sz="1300" b="1">
                <a:solidFill>
                  <a:srgbClr val="BA2A84"/>
                </a:solidFill>
              </a:rPr>
              <a:t>   MANAGED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Foundry Agent Service + Microsoft Fabric — least ops, deepest Microsoft integration, at the cost of portability.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Foundry Agent Service  —  </a:t>
            </a:r>
            <a:r>
              <a:rPr sz="1400">
                <a:solidFill>
                  <a:srgbClr val="48484F"/>
                </a:solidFill>
              </a:rPr>
              <a:t>Managed agents, built-in tool-calling, threads &amp; multi-agent orchestration (replaces custom LangGraph)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Skills as connected agents  —  </a:t>
            </a:r>
            <a:r>
              <a:rPr sz="1400">
                <a:solidFill>
                  <a:srgbClr val="48484F"/>
                </a:solidFill>
              </a:rPr>
              <a:t>SFO-lead / tax / project-management skill packs map to Foundry connected agents &amp; tool sets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MCP tools in Foundry  —  </a:t>
            </a:r>
            <a:r>
              <a:rPr sz="1400">
                <a:solidFill>
                  <a:srgbClr val="48484F"/>
                </a:solidFill>
              </a:rPr>
              <a:t>Foundry Agent Service consumes the same MCP servers as managed tools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Search  —  </a:t>
            </a:r>
            <a:r>
              <a:rPr sz="1400">
                <a:solidFill>
                  <a:srgbClr val="48484F"/>
                </a:solidFill>
              </a:rPr>
              <a:t>Managed vector + hybrid RAG over the corpus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Microsoft Fabric (OneLake)  —  </a:t>
            </a:r>
            <a:r>
              <a:rPr sz="1400">
                <a:solidFill>
                  <a:srgbClr val="48484F"/>
                </a:solidFill>
              </a:rPr>
              <a:t>Unified data lake for tax docs · Lakehouse / Warehouse · Data Factory ingestion pipelines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Power BI  —  </a:t>
            </a:r>
            <a:r>
              <a:rPr sz="1400">
                <a:solidFill>
                  <a:srgbClr val="48484F"/>
                </a:solidFill>
              </a:rPr>
              <a:t>Firmwide compliance &amp; filing dashboards on Fabric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OpenAI (GPT)  —  </a:t>
            </a:r>
            <a:r>
              <a:rPr sz="1400">
                <a:solidFill>
                  <a:srgbClr val="48484F"/>
                </a:solidFill>
              </a:rPr>
              <a:t>Default models; Anthropic Claude also available in the Foundry catalog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Monitor + Foundry evaluations  —  </a:t>
            </a:r>
            <a:r>
              <a:rPr sz="1400">
                <a:solidFill>
                  <a:srgbClr val="48484F"/>
                </a:solidFill>
              </a:rPr>
              <a:t>Built-in tracing &amp; evaluation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Microsoft Purview  —  </a:t>
            </a:r>
            <a:r>
              <a:rPr sz="1400">
                <a:solidFill>
                  <a:srgbClr val="48484F"/>
                </a:solidFill>
              </a:rPr>
              <a:t>Governance, data lineage &amp; DLP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2 — pros &amp; 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C7C44"/>
                </a:solidFill>
              </a:rPr>
              <a:t>Pros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Fully managed — least ops; Microsoft runs the agents, RAG and scaling.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Deep Microsoft integration: Entra, Purview governance, Fabric, Power BI.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Enterprise SLA &amp; support — strong fit for a Microsoft-shop like JTC.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Built-in agent orchestration, managed RAG and evaluations out of the box.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Fabric unifies data + BI for firmwide reporting.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B0353A"/>
                </a:solidFill>
              </a:rPr>
              <a:t>Cons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Vendor lock-in — Azure/Foundry/Fabric-specific; low portability.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Rework: migrate off LangGraph/Neo4j to Foundry Agents + Fabric.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Model choice steered to OpenAI; less control over orchestration internals.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Fabric capacity (F-SKUs) + Search + Foundry can be costly &amp; hard to predict.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Managed-agent surface is newer and still maturing.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63440"/>
                <a:gridCol w="4297680"/>
              </a:tblGrid>
              <a:tr h="37982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1 · Open-source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2 · MS-managed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Compute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Container Apps (Docker)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Agent Service (managed)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LangGraph (code)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Agents (managed)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Portable skill packs (SKILL.md + tools)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connected agents / tool sets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Tool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MCP servers (open standard, reusable)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MCP tools within Foundry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LLMs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catalog — Anthropic default, fully swappable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OpenAI default; Claude via catalog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PostgreSQL (+pgvector/AGE) + Blob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Fabric OneLake + AI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Observability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Langfuse (open-source)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Monitor + Foundry evals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Analytics /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In-app + Langfuse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Power BI on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Lock-in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Low — portable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High — Azure-native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Ops burden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Rework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Minimal (reuses code)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Significant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Portability, model choice, cost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MS-shop, managed ops, firmwide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Default to Option 1 (open-source &amp; portable): keeps Anthropic Claude as the primary model with freedom to swap, reuses the current LangGraph app, and avoids lock-in. Langfuse adds production-grade observability on top of the in-app analytics.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Choose Option 2 when JTC wants a fully-managed, Microsoft-native stack with Fabric / Power BI for firmwide reporting and accepts Azure lock-in plus the migration effort.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Hybrid path: start on Option 1 (fast, low-risk, portable), then adopt Fabric / Power BI for analytics later if firmwide BI becomes a priority — the pluggable storage and OpenAI-compatible LLM layer make that incremental, not a rebuild.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The domain IP — the family-office lead, tax and project-management skill packs plus the MCP servers — is portable across both options, so the investment in skills carries over regardless of the deployment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